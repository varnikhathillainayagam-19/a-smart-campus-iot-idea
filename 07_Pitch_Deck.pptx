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college administration and student innovation teams. Choose air quality because it is useful and low privacy risk, unlike attendance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The problem: stuffy rooms, no data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only | 1 /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Crowded classrooms and labs run for hours with unknown ventilation quality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find out from complaints, not evidence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room-level data to decide where to fix first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monitoring must not create privacy or security risks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760720" y="1188720"/>
            <a:ext cx="2926080" cy="2926080"/>
          </a:xfrm>
          <a:prstGeom prst="rect">
            <a:avLst/>
          </a:prstGeom>
          <a:solidFill>
            <a:srgbClr val="F4F7FA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0" y="132588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Low-cost, room-level air-quality monitoring (CO2, PM2.5, temperature, humidity), designed and tested in simulation first.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Solution: simple, secure architecture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only | 2 / 6</a:t>
            </a:r>
            <a:endParaRPr lang="en-US" sz="1000" dirty="0"/>
          </a:p>
        </p:txBody>
      </p:sp>
      <p:pic>
        <p:nvPicPr>
          <p:cNvPr id="5" name="Image 0" descr="/mnt/user-data/outputs/smart-campus-iot/05_diagram_and_risk/system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960120"/>
            <a:ext cx="6035040" cy="28803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75120" y="1005840"/>
            <a:ext cx="2194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sensors publish via MQTT over TLS (port 8883)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Broker: authentication + per-topic ACLs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validates every reading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summary tells staff what to fix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2336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needed to prototype: Python (and Wokwi) simulate the sensors.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Simulated results: where to act first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only | 3 / 6</a:t>
            </a:r>
            <a:endParaRPr lang="en-US" sz="1000" dirty="0"/>
          </a:p>
        </p:txBody>
      </p:sp>
      <p:pic>
        <p:nvPicPr>
          <p:cNvPr id="5" name="Image 0" descr="/mnt/user-data/outputs/smart-campus-iot/04_simulation/out/chart_co2_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960120"/>
            <a:ext cx="5669280" cy="2834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0" y="1005840"/>
            <a:ext cx="2651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days, 4 rooms, 8,064 readings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LH-102 (simulated poor ventilation) above 1000 ppm for ~99% of class hours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mostly under the line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caught spikes, a stuck sensor and missing data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393192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show the pipeline works. Room values are simulation assumptions, not measurements.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Security and privacy by design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only | 4 / 6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(OWASP IoT 2018)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control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9D8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I1 Weak/hardcoded passwords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credential per device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I7 Insecure data transfer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TLS on 8883, plain port 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I3 Ecosystem interfaces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 ACLs, role-based dashboard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I4 No secure updates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Signed firmware, inventory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I6 Privacy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22B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Room-level only, 90-day retention, data notice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Ethics: simulated data only, no cameras or person tracking, no testing on live devices.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Impact and rollout path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only | 5 / 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1920240" cy="201168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371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Done: model, charts, risk table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560320" y="1280160"/>
            <a:ext cx="192024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371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IT approve privacy notice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54880" y="1371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rooms, owned devices, written permission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766560" y="1280160"/>
            <a:ext cx="1920240" cy="2011680"/>
          </a:xfrm>
          <a:prstGeom prst="rect">
            <a:avLst/>
          </a:prstGeom>
          <a:solidFill>
            <a:srgbClr val="F4F7FA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371600"/>
            <a:ext cx="17373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using pilot data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566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measures: % class hours above 1000 ppm, time to fix, data quality rate, zero privacy complaints. Cost estimate to be added after vendor price check.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The ask and next steps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data only | 6 / 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9728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 simulated-to-pilot plan for two rooms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faculty and IT contact for privacy and network review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innovation team builds on the open simulator and checklist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22B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 sources and thresholds before any real deployment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566160"/>
            <a:ext cx="8229600" cy="9144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361188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air data, fewer complaints, and a safe playground for student innovation.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Smart-Campus Air Quality Pitch</dc:title>
  <dc:subject>PptxGenJS Presentation</dc:subject>
  <dc:creator>PptxGenJS</dc:creator>
  <cp:lastModifiedBy>PptxGenJS</cp:lastModifiedBy>
  <cp:revision>1</cp:revision>
  <dcterms:created xsi:type="dcterms:W3CDTF">2026-10-27T08:26:29Z</dcterms:created>
  <dcterms:modified xsi:type="dcterms:W3CDTF">2026-10-27T08:26:29Z</dcterms:modified>
</cp:coreProperties>
</file>